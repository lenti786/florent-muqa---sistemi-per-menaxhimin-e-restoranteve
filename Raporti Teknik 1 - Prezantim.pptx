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457825"/>
            <a:ext cx="10668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4578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7620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Universiteti i Prizrenit "Ukshin Hoti"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152525"/>
            <a:ext cx="1143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Sistemi për Menaxhimin e Restoranteve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1853505"/>
            <a:ext cx="11430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Raporti Teknik 1: Analiza, kërkesat dhe dizajni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695950"/>
            <a:ext cx="1390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895975"/>
            <a:ext cx="13906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Florent Muqa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324100" y="5695950"/>
            <a:ext cx="273843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PROFESORI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24100" y="5895975"/>
            <a:ext cx="2738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Prof. Ass. Dr. Endrit Fetahi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762000" y="2247900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Pse po e ndërtojmë këtë sistem?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924175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Problemi sot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228975"/>
            <a:ext cx="10763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Shumë restorante përdorin porosi me letër ose biseda gojore. Kjo sjell vonesa, gabime në porosi dhe vështirësi për menaxherin për t'i ndjekur shitjet.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048125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Zgjidhja jonë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352925"/>
            <a:ext cx="11430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Një sistem i thjeshtë ku menuja, tavolinat dhe porositë ruhen në një vend të vetëm dhe ndahen sipas roleve.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762000" y="2124075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Përdoruesit e sistemit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287655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1. Administratori (Menaxheri)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314325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Menaxhon përdoruesit, menunë, tavolinat dhe shikon raportet e shitjeve.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3571875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Kamarieri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3838575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Krijon porositë për tavolinat, shton artikujt dhe regjistron pagesat.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42672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 Kuzhinieri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4533900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 shikon porositë e reja dhe përditëson statusin e përgatitjes.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762000" y="2328862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 funksionon porosia?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85825" y="3005137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90600" y="3005137"/>
            <a:ext cx="112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Kamarieri zgjedh një tavolinë të lirë dhe hap porosinë.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85825" y="3386137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90600" y="3386137"/>
            <a:ext cx="112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Porosia dërgohet automatikisht te kuzhina.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85825" y="3767137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90600" y="3767137"/>
            <a:ext cx="112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Kuzhinieri e kalon nga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"Në përgatitje"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në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"Gati"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85825" y="4148137"/>
            <a:ext cx="1047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90600" y="4148137"/>
            <a:ext cx="1120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 shërbimit, kamarieri regjistron pagesën dhe tavolina lirohet.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762000" y="2366962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Teknologjitë e përdorura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62000" y="3119437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HTML, CSS, JavaScript, Bootstrap (faqe e përshtatshme për tablet e telefon).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350996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PHP me mjedisin XAMPP.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62000" y="3900487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Databaza: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MySQL me phpMyAdmin.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429101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Mjete ndihmëse: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Git, GitHub, VS Code.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762000" y="2259508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Struktura kryesore e të dhënave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62000" y="2935783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Databaza përbëhet nga këto entitete kryesore: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95350" y="3366313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990600" y="3364408"/>
            <a:ext cx="112014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Përdoruesit: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ruhen me email, fjalëkalim të mbrojtur (hash) dhe rolin e tyre.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95350" y="3674834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90600" y="3672929"/>
            <a:ext cx="112014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Menuja &amp; Kategoritë: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artikujt me çmim dhe disponueshmëri.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95350" y="398335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90600" y="3981450"/>
            <a:ext cx="112014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Tavolinat: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numri i tavolinës, kapaciteti dhe statusi.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95350" y="429187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90600" y="4289970"/>
            <a:ext cx="112014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Porositë &amp; Pagesat: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lidhja mes tavolinës, kamarierit, artikujve dhe faturës.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/>
        </p:nvSpPr>
        <p:spPr>
          <a:xfrm>
            <a:off x="762000" y="2233612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Plani i punës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762000" y="290988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Analiza, dizajni dhe krijimi i databazës në MySQL.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762000" y="325278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Javët 2–3: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Zhvillimi i Backend-it me PHP (hyrja ne sistem, porositë).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762000" y="359568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Javët 4–5: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Krijimi i faqes (Frontend) dhe lidhja me backend-in.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62000" y="393858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Javët 6–7: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Testimi i funksioneve dhe rregullimi i gabimeve.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762000" y="428148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8: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Përfundimi dhe dorëzimi i projektit.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762000" y="2757487"/>
            <a:ext cx="698837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Faleminderit për vëmendjen!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762000" y="3910012"/>
            <a:ext cx="927496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Repository ne GitHub: github.com/LENTI786/Florent-Muqa---Sistemi-per-Menaxhimin-e-Restoranteve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Widescreen</PresentationFormat>
  <Paragraphs>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Florent Muqa</cp:lastModifiedBy>
  <cp:revision>1</cp:revision>
  <dcterms:modified xsi:type="dcterms:W3CDTF">2026-10-20T19:28:53Z</dcterms:modified>
</cp:coreProperties>
</file>